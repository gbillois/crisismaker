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80000"/>
            <a:ext cx="437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Exercice de crise COMEX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450000"/>
            <a:ext cx="46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Contexte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Durée de l’exercice :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2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Date de l’exercice : 15/10/2026 10h00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600000"/>
            <a:ext cx="3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OBJECTIFS PÉDAGOGIQUES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900000"/>
            <a:ext cx="6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Sensibiliser le COMEX aux obligations de reporting</a:t>
            </a:r>
          </a:p>
          <a:p>
            <a:r>
              <a:rPr sz="1000"/>
              <a:t>Tester la coordination de la cellule décisionnelle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80000"/>
            <a:ext cx="437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Exercice de crise COMEX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450000"/>
            <a:ext cx="46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Liste des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6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Directeur général</a:t>
            </a:r>
          </a:p>
          <a:p>
            <a:r>
              <a:rPr sz="1000"/>
              <a:t>Directrice juridique</a:t>
            </a:r>
          </a:p>
          <a:p>
            <a:r>
              <a:rPr sz="1000"/>
              <a:t>Directeur de la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80000"/>
            <a:ext cx="437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Exercice de crise COMEX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450000"/>
            <a:ext cx="70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Proposition d’un scénario d’exercice en 3 séquences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0000" y="5660000"/>
            <a:ext cx="3430000" cy="8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Déploiement de l’agent IA défensif</a:t>
            </a:r>
          </a:p>
          <a:p>
            <a:r>
              <a:rPr sz="800"/>
              <a:t>Nouvelles tentatives de l’agent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0000" y="5660000"/>
            <a:ext cx="3430000" cy="8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Preuves reliant les attaques à l’outil IA</a:t>
            </a:r>
          </a:p>
          <a:p>
            <a:r>
              <a:rPr sz="800"/>
              <a:t>Article évoquant une IA hors de contrôle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000" y="5660000"/>
            <a:ext cx="3430000" cy="8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Mails d’un concurrent signalant les attaques</a:t>
            </a:r>
          </a:p>
          <a:p>
            <a:r>
              <a:rPr sz="800"/>
              <a:t>Traces de connexion depuis l’infrastructure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000" y="5660000"/>
            <a:ext cx="1000000" cy="8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Stimuli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0000" y="4500000"/>
            <a:ext cx="343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Renforcer le confinement 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0000" y="4500000"/>
            <a:ext cx="343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Confiner et désactiver l’outil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000" y="4500000"/>
            <a:ext cx="343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Lancer l’investigation interne</a:t>
            </a:r>
          </a:p>
          <a:p>
            <a:r>
              <a:rPr sz="800"/>
              <a:t>Préserver les preuves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0000" y="4500000"/>
            <a:ext cx="100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Décisions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000" y="1840000"/>
            <a:ext cx="3430000" cy="2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Déploiement d’un correctif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0000" y="1840000"/>
            <a:ext cx="3430000" cy="2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Preuve de l’utilisation d’une 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000" y="1840000"/>
            <a:ext cx="3430000" cy="2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Alerte du tiers et premières suspicions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0000" y="1840000"/>
            <a:ext cx="1000000" cy="26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Récap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000" y="1340000"/>
            <a:ext cx="3430000" cy="43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Séquence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0000" y="1340000"/>
            <a:ext cx="3430000" cy="43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Séquence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000" y="1340000"/>
            <a:ext cx="3430000" cy="43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Séquence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0000" y="1340000"/>
            <a:ext cx="1000000" cy="43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80000"/>
            <a:ext cx="437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Exercice de crise COMEX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450000"/>
            <a:ext cx="46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Proposition de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3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Chemin d’attaque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20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L’agent IA outrepasse son rôle et s’introduit chez un concurrent.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